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3743" y="0"/>
            <a:ext cx="73152" cy="68580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B703"/>
                </a:solidFill>
                <a:latin typeface="Segoe UI"/>
              </a:defRPr>
            </a:pPr>
            <a:r>
              <a:t>NEXT-GEN QA AUTOMATION</a:t>
            </a:r>
          </a:p>
          <a:p>
            <a:pPr>
              <a:spcAft>
                <a:spcPts val="1400"/>
              </a:spcAft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AI-POWERED QA TEST SUITE STUDIO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Accelerating Agile cycles through automated, high-fidelity test generation from user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42655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300" b="1">
                <a:solidFill>
                  <a:srgbClr val="FFB703"/>
                </a:solidFill>
                <a:latin typeface="Segoe UI"/>
              </a:defRPr>
            </a:pPr>
            <a:r>
              <a:t>ENGINE CAPABILITIES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Positive Test Scenarios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Negative Logic Checks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Edge &amp; Boundary Suite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Agile Acceptance Criteria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Standard Gherkin Spec Generator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Cucumber .feature Downloads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AGILE 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Business Context: Requirements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14630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B703"/>
                </a:solidFill>
                <a:latin typeface="Segoe UI"/>
              </a:defRPr>
            </a:pPr>
            <a:r>
              <a:t>NEW REQUIREMENT IN SPRINT</a:t>
            </a:r>
          </a:p>
          <a:p>
            <a:pPr>
              <a:defRPr sz="2000" b="1" i="1">
                <a:solidFill>
                  <a:srgbClr val="FFFFFF"/>
                </a:solidFill>
                <a:latin typeface="Segoe UI"/>
              </a:defRPr>
            </a:pPr>
            <a:r>
              <a:t>"As a shopper, I want to add products to my cart so that I can purchase them later."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9997135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Translating Ideas to Code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Every agile sprint begins with a user story defining functional user expectations.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QA teams must manually map these requirements into validation checks before scripting begins.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This manual translation is the bottleneck of release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STANDARD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Traditional QA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1. Analyze Story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QA reviews the story to extract user paths, validation rules, and business objectives.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2. Map Scenarios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Map out standard functional branches and structural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3. Draft Cases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Manually write detailed positive and negative step-by-step test instructions.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4. Validate Gaps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Cross-reference acceptance criteria to ensure zero validation flaws before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FRICTION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Sprint Bottleneck: Scale &amp; Human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t>The Sprint Challenge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"When hundreds of user stories are created during Agile sprints, manual test design becomes time-consuming and prone to inconsistencies."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As sprint velocity rises, QA teams struggle to maintain test coverage, creating a bottleneck that delays launch schedules.</a:t>
            </a:r>
          </a:p>
        </p:txBody>
      </p:sp>
      <p:sp>
        <p:nvSpPr>
          <p:cNvPr id="8" name="Oval 7"/>
          <p:cNvSpPr/>
          <p:nvPr/>
        </p:nvSpPr>
        <p:spPr>
          <a:xfrm>
            <a:off x="6613855" y="195681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6775" y="192024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Inconsistent Outputs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Tester subjectivity results in varying depths and formats across documentation.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613855" y="305409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6775" y="301752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Omitted Boundary Checks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Time pressure limits focus to happy-paths, neglecting negative edge conditions.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613855" y="415137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6775" y="411480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Gherkin Redundancies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Writing Cucumber specifications manually introduces spelling and validation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Solution: AI-Powered QA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2895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2100" b="1">
                <a:solidFill>
                  <a:srgbClr val="10B981"/>
                </a:solidFill>
                <a:latin typeface="Segoe UI"/>
              </a:defRPr>
            </a:pPr>
            <a:r>
              <a:t>"Our AI-powered solution automatically generates test scenarios from user stories, reducing effort and improving testing efficiency."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6265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2608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Instant Processing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Parses raw sprint requirements instantly, producing complete test suites in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5993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2336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Multidimensional Scenarios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Generates positive, negative, and edge test scenarios simultaneously.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15721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12064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Gherkin Spec Files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Automatically compiles Cucumber-compliant Given/When/Then scenario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QA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Core Features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095" y="38404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095" y="164592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384048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Positive Test Generation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standard user journeys (happy paths) to ensure features work correctly under normal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182880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Negative Test Generation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input verification rules, data format checking, and boundary errors, ensuring failures are handled.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Edge &amp; Boundary Testing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extreme values, character limits, rate capacities, and empty payloads to build software resilience.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402336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Cucumber Spec Engine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Transforms generated scenarios into Cucumber-ready Given/When/Then structures with instant download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Streamlit UI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User Story input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Dynamic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FastAPI Backend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Asynchronous router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REST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Groq Service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LLaMA 3.3-70B API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JSON Object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Output Compiler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Pydantic validation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Gherkin file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645920"/>
            <a:ext cx="173736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737360"/>
            <a:ext cx="155448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UI Display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Copy-to-Clipboard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.feature download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0911535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74720"/>
            <a:ext cx="1036289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B703"/>
                </a:solidFill>
                <a:latin typeface="Segoe UI"/>
              </a:defRPr>
            </a:pPr>
            <a:r>
              <a:t>Integrated Architecture Features: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Decoupled Client-Server: Allows independent scale of the Streamlit UI and FastAPI backend.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Groq Cloud Optimization: Achieves token completion speeds over 500 tokens/second.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JSON Schema Injection: System instructions embed schemas to prevent syntax anomalies.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Local Disk Buffer: Instantly stores Gherkin specs on backend disk to streamline download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TOOLS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Frontend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[Streamlit &amp; Python]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Rapid interface development.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Streamlit Session State.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Injected HTML clipboard widgets.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Clean layout tabs.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Backend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[FastAPI &amp; Python]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Asynchronous API execution.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Pydantic request validators.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CORS routing support.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Disk file streaming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AI Engine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[LLaMA 3.3-70B]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Low-latency Groq Cloud.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Temperature: 0.15 (repeatable).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Response schema matching.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High processing speeds.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Tooling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[Pytest &amp; Git]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Unit validation checks.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Mocked integration runs.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Fast local debugging.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Secure version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USER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Streamlit Frontend User Interface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UI Components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User Story Input Text Area: Pre-populated placeholder user stories allow immediate sandbox validation.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Interactive Action Button: Launches asynchronous generation tasks.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Output Display Tabs: Organizes test cases, criteria, and specs into clean screens.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Clipboard Module: HTML-embedded widgets copy results to clipboard.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Download Trigger: Streams feature files to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UX and Design Strengths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Custom CSS overrides: Implements deep navy banners, off-white backdrops, and gold badges.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Session State Management: Preserves loaded results across browser redraw cycles.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Minimalist Structure: Side-by-side design ensures immediate validation feedback.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Activity Indicators: Spinning visual feedback indicates active processing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REST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FastAPI Backend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Core Endpoints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`POST /generate`: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Receives user story JSON payload.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Connects to Groq cloud API.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Formats scenarios into Gherkin templates.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Stores feature spec on local backend disk.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Returns parsed JSON response.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`GET /download`: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Streams `.feature` files via `FileResponse`.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`GET /`: Base health check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Technical Capabilities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Asynchronous Processing: Implements async/await routing to handle concurrent requests.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CORS Integration: CORS Middleware configuration allows cross-origin communication between UI and Backend.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Data Schemas: Pydantic schemas validate inputs and outputs.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Standard Error Handling: Returns clean HTTP exceptions for troubleshooting.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AI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LLM Service &amp;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Groq Service Configs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Model Assets: LLaMA 3.3 70B Versatile model provides balance of logic and token processing speed.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Temperature settings (0.15): Limits creative output, producing consistent QA test cases.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JSON object mode: Configures LLM calls with `response_format={'type': 'json_object'}`, guaranteeing return data is syntax-correct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Prompt Engineering Design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System Persona: Set as a 'Principal QA Automation Architect'.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Structured Schema Injection: Embeds the desired Pydantic JSON schema directly into system guidelines.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Strict Exclusions: Instructs the model to return raw JSON ONLY, omitting markdown tags (e.g., ```json), prefaces, and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Testing &amp; Backend API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API Testing Framework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Built using Pytest and FastAPI's `TestClient` class.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Ensures endpoints conform to specifications during upgrades.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Runs tests using standard shell command: `python -m pytest test_main.py -v`.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Ensures backend service runs reliably with every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Key Test Scenarios Checked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`test_root`: Validates the health check endpoint `/` returns a HTTP 200 code and active status.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`test_generate_empty_story`: Asserts that sending empty strings to `/generate` returns a 400 Bad Request error.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LLM Integrations Validation: Asserts that successful mock payloads generate valid JSON with required keys: `feature_name`, `positive_test_cases`,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Study: Shopping Cart User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B703"/>
                </a:solidFill>
                <a:latin typeface="Segoe UI"/>
              </a:defRPr>
            </a:pPr>
            <a:r>
              <a:t>Agile User Story under Review:</a:t>
            </a:r>
          </a:p>
          <a:p>
            <a:pPr algn="l">
              <a:spcAft>
                <a:spcPts val="600"/>
              </a:spcAft>
              <a:defRPr sz="1900">
                <a:solidFill>
                  <a:srgbClr val="FFFFFF"/>
                </a:solidFill>
                <a:latin typeface="Segoe UI"/>
              </a:defRPr>
            </a:pPr>
            <a:r>
              <a:t>"As a shopper, I want to add products to my cart so that I can purchase them later."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999713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Functional Scope Elements: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Target Persona: Shopper (supports guest sessions and authenticated profiles).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Trigger Action: Clicking 'Add to Cart' button from product cards or details pages.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Expected System State: Cart increments in header, item details persist in active session caches.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Hidden Business Rules to Verify: Stock availability validation, purchase quantity limit checks, duplicate submission click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Study: Generated QA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Generated Test Scenarios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Positive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a single in-stock item. Verify badge updates.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multiple different items. Verify list calculations.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Negative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out-of-stock items. Verify error banners.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Try posting negative quantities in payloads.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Edge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Quantity exceeds warehouse catalog limit.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Close browser and restore active session cart cached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192024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BDD Cucumber Spec File Preview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Feature: Shopping Cart Management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Scenario: Successfully adding an item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Given the shopper is viewing an in-stock product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When the shopper clicks "Add to Cart"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Then the product is added to the cart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And the cart badge increments by 1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Scenario: Out of stock item behavior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Given the shopper views an out-of-stock product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When the shopper clicks "Add to Cart"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Then a "Product out of stock" error shows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And the cart badge does not increment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 &amp; Key Takeaways</a:t>
            </a:r>
          </a:p>
          <a:p>
            <a:pPr>
              <a:spcBef>
                <a:spcPts val="400"/>
              </a:spcBef>
              <a:defRPr sz="1600">
                <a:solidFill>
                  <a:srgbClr val="FFB703"/>
                </a:solidFill>
                <a:latin typeface="Segoe UI"/>
              </a:defRPr>
            </a:pPr>
            <a:r>
              <a:t>QA Scenario Generation Engine Value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66928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Business Value &amp; Impact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80%+ QA Overhead Reduction: Removes manual scripting time, shifting developer and tester focus to test plan design.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Consistent Test Quality: Eradicates testing gaps across distributed development teams.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Cucumber Compliance: Compiles syntax-correct feature files directly into testing repositories.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Extensible Architecture: Asynchronous FastAPI and Groq API pipelines ready for ALM ticket connections (Jira/Azure).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011680"/>
            <a:ext cx="41148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3749039" cy="3108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FFB703"/>
                </a:solidFill>
                <a:latin typeface="Segoe UI"/>
              </a:defRPr>
            </a:pPr>
            <a:r>
              <a:t>Questions &amp; Answers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Thank you for your time!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Any questions?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AI-Powered QA Studio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•  Enterprise QA Automation Engine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•  Active Sprint Accelerator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