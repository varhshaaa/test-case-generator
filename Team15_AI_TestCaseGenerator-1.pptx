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B2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310896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438912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Automation / DevOps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0" y="502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0" y="96012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114800" y="2788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Agile User Stories into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QA Test Suites — Instantly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0" y="374904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0" y="3749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Automation Tool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28600"/>
            <a:ext cx="1371600" cy="1371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515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16459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case writing is error-prone, time-consuming, and often misses edge cases — especially in fast-paced agile environments.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617720" y="10515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8872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0352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800600" y="16459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studio that instantly translates agile user stories into complete, structured QA test matrices using LLM inference.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65760" y="28346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7180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&amp; Stack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48640" y="34290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 + FastAPI backend + Python async REST communication, deployed as a web application.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617720" y="28346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97180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800600" y="34290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Groq's llama-3.3-70b-versatile model — generates Functional Flows, Exception Paths, Boundary Conditions, Acceptance Criteria &amp; Gherkin Specs.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3749040"/>
          </a:xfrm>
          <a:prstGeom prst="roundRect">
            <a:avLst>
              <a:gd name="adj" fmla="val 3659"/>
            </a:avLst>
          </a:prstGeom>
          <a:solidFill>
            <a:srgbClr val="1A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3736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71907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test coverage missing critical negative paths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76272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15798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exceptions and security risks left unexamined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15184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59689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variance leads to inconsistent verification</a:t>
            </a:r>
            <a:endParaRPr lang="en-US" sz="11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54096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0358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development cycles from manual test writing</a:t>
            </a:r>
            <a:endParaRPr lang="en-US" sz="11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493008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34747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production defects from coverage gaps</a:t>
            </a:r>
            <a:endParaRPr lang="en-US" sz="1150" dirty="0"/>
          </a:p>
        </p:txBody>
      </p:sp>
      <p:sp>
        <p:nvSpPr>
          <p:cNvPr id="16" name="Shape 8"/>
          <p:cNvSpPr/>
          <p:nvPr/>
        </p:nvSpPr>
        <p:spPr>
          <a:xfrm>
            <a:off x="4754880" y="960120"/>
            <a:ext cx="4023360" cy="3749040"/>
          </a:xfrm>
          <a:prstGeom prst="roundRect">
            <a:avLst>
              <a:gd name="adj" fmla="val 3659"/>
            </a:avLst>
          </a:prstGeom>
          <a:solidFill>
            <a:srgbClr val="0B2E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097280"/>
            <a:ext cx="548640" cy="5486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66928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1737360"/>
            <a:ext cx="256032" cy="25603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349240" y="171907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robust web application using LLM architecture</a:t>
            </a:r>
            <a:endParaRPr lang="en-US" sz="11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176272"/>
            <a:ext cx="256032" cy="256032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349240" y="215798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parse agile requirement context blocks</a:t>
            </a:r>
            <a:endParaRPr lang="en-US" sz="115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2615184"/>
            <a:ext cx="256032" cy="25603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349240" y="259689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detailed multi-tab test suites instantly</a:t>
            </a:r>
            <a:endParaRPr lang="en-US" sz="115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054096"/>
            <a:ext cx="256032" cy="25603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349240" y="30358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functional, exception, edge &amp; acceptance criteria</a:t>
            </a:r>
            <a:endParaRPr lang="en-US" sz="115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3493008"/>
            <a:ext cx="256032" cy="256032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349240" y="34747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QA validation with zero manual effort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024128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69848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05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88720" y="1261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58191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general-purpose programming language for the entire stack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914400"/>
            <a:ext cx="4023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1024128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069848"/>
            <a:ext cx="484632" cy="484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005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394960" y="1261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394960" y="158191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dark-mode desktop GUI with native widget theming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267712"/>
            <a:ext cx="4023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" y="23774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423160"/>
            <a:ext cx="484632" cy="4846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88720" y="261518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+ Uvicorn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88720" y="293522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ASGI local server environment for REST endpoints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0" y="2267712"/>
            <a:ext cx="4023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81728" y="23774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423160"/>
            <a:ext cx="484632" cy="4846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394960" y="261518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SDK — Llama 3.3 70B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394960" y="293522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LLM inference cloud for structured QA generation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65760" y="3621024"/>
            <a:ext cx="4023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75488" y="3730752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776472"/>
            <a:ext cx="484632" cy="4846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88720" y="37124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88720" y="39684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188720" y="428853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 formatting for test suite transmission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572000" y="3621024"/>
            <a:ext cx="4023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681728" y="3730752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776472"/>
            <a:ext cx="484632" cy="4846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394960" y="37124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394960" y="39684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5394960" y="428853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with Python extensions and Linting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0B2E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515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24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5156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 Web UI Canvas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2167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Multi-Tab Display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0" y="91440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0B2E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66360" y="10515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097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1024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Server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80644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21208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Routing Logic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212080" y="2167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 Validation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286000" y="292608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0B2E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423160" y="3063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1089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063240" y="3035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Layer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063240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services.py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46888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System Prompt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2468880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Groq API Integration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943600" y="292608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0B2E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80760" y="3063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10896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20840" y="3035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Cloud Inference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720840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12648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Llama-3.3-70b Core Processing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126480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JSON Output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493008" y="1737360"/>
            <a:ext cx="1536192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ysDash"/>
          </a:ln>
        </p:spPr>
      </p:sp>
      <p:sp>
        <p:nvSpPr>
          <p:cNvPr id="32" name="Text 26"/>
          <p:cNvSpPr/>
          <p:nvPr/>
        </p:nvSpPr>
        <p:spPr>
          <a:xfrm>
            <a:off x="3474720" y="1508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080760" y="2560320"/>
            <a:ext cx="0" cy="365760"/>
          </a:xfrm>
          <a:prstGeom prst="line">
            <a:avLst/>
          </a:prstGeom>
          <a:noFill/>
          <a:ln w="25400">
            <a:solidFill>
              <a:srgbClr val="F59E0B"/>
            </a:solidFill>
            <a:prstDash val="sysDash"/>
          </a:ln>
        </p:spPr>
      </p:sp>
      <p:sp>
        <p:nvSpPr>
          <p:cNvPr id="34" name="Shape 28"/>
          <p:cNvSpPr/>
          <p:nvPr/>
        </p:nvSpPr>
        <p:spPr>
          <a:xfrm>
            <a:off x="3886200" y="2926080"/>
            <a:ext cx="21945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ysDash"/>
          </a:ln>
        </p:spPr>
      </p:sp>
      <p:sp>
        <p:nvSpPr>
          <p:cNvPr id="35" name="Shape 29"/>
          <p:cNvSpPr/>
          <p:nvPr/>
        </p:nvSpPr>
        <p:spPr>
          <a:xfrm>
            <a:off x="5486400" y="3794760"/>
            <a:ext cx="457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ysDash"/>
          </a:ln>
        </p:spPr>
      </p:sp>
      <p:sp>
        <p:nvSpPr>
          <p:cNvPr id="36" name="Text 30"/>
          <p:cNvSpPr/>
          <p:nvPr/>
        </p:nvSpPr>
        <p:spPr>
          <a:xfrm>
            <a:off x="5303520" y="3566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Call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Execution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41832"/>
            <a:ext cx="594360" cy="5943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41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6012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914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Submission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36192" y="12618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launches the Streamlit web app and inputs an agile user story into the Agile Requirement Context panel.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2356" y="1536192"/>
            <a:ext cx="0" cy="18288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764792"/>
            <a:ext cx="594360" cy="5943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764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8308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6192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Trigger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536192" y="20848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'Compile Test Matrix' sends an asynchronous API request over local network sockets to the FastAPI server.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2356" y="2359152"/>
            <a:ext cx="0" cy="18288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587752"/>
            <a:ext cx="594360" cy="5943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2587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0604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36192" y="2560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Processing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536192" y="29077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 receives the payload, builds an optimized QA prompt, and routes parameters to the Groq cloud gateway.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2356" y="3182112"/>
            <a:ext cx="0" cy="18288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74320" y="3410712"/>
            <a:ext cx="594360" cy="5943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2" name="Text 17"/>
          <p:cNvSpPr/>
          <p:nvPr/>
        </p:nvSpPr>
        <p:spPr>
          <a:xfrm>
            <a:off x="274320" y="3410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29000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36192" y="3383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Generation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536192" y="37307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evaluates the user story and returns a clean JSON object matrix with categorized test flows and scenarios.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62356" y="4005072"/>
            <a:ext cx="0" cy="18288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74320" y="4233672"/>
            <a:ext cx="594360" cy="5943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8" name="Text 22"/>
          <p:cNvSpPr/>
          <p:nvPr/>
        </p:nvSpPr>
        <p:spPr>
          <a:xfrm>
            <a:off x="274320" y="4233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51960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36192" y="4206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Rendering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536192" y="45537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app extracts JSON keys, strips formatting strings, and displays results across three dedicated layout tabs.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Output Categories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600200" cy="3383280"/>
          </a:xfrm>
          <a:prstGeom prst="roundRect">
            <a:avLst>
              <a:gd name="adj" fmla="val 6857"/>
            </a:avLst>
          </a:prstGeom>
          <a:solidFill>
            <a:srgbClr val="0B20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0B203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325880"/>
            <a:ext cx="1600200" cy="365760"/>
          </a:xfrm>
          <a:prstGeom prst="rect">
            <a:avLst/>
          </a:prstGeom>
          <a:solidFill>
            <a:srgbClr val="0B2032"/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11430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20700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Positive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13055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/ Positive Flows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2880360"/>
            <a:ext cx="1417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user interaction paths verifying expected system behavior — e.g., successful login with valid credentials.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03120" y="960120"/>
            <a:ext cx="1600200" cy="3383280"/>
          </a:xfrm>
          <a:prstGeom prst="roundRect">
            <a:avLst>
              <a:gd name="adj" fmla="val 6857"/>
            </a:avLst>
          </a:prstGeom>
          <a:solidFill>
            <a:srgbClr val="0B20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03120" y="96012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0B2032"/>
          </a:solidFill>
          <a:ln/>
        </p:spPr>
      </p:sp>
      <p:sp>
        <p:nvSpPr>
          <p:cNvPr id="13" name="Shape 10"/>
          <p:cNvSpPr/>
          <p:nvPr/>
        </p:nvSpPr>
        <p:spPr>
          <a:xfrm>
            <a:off x="2103120" y="1325880"/>
            <a:ext cx="1600200" cy="365760"/>
          </a:xfrm>
          <a:prstGeom prst="rect">
            <a:avLst/>
          </a:prstGeom>
          <a:solidFill>
            <a:srgbClr val="0B2032"/>
          </a:solidFill>
          <a:ln/>
        </p:spPr>
      </p:sp>
      <p:sp>
        <p:nvSpPr>
          <p:cNvPr id="14" name="Shape 11"/>
          <p:cNvSpPr/>
          <p:nvPr/>
        </p:nvSpPr>
        <p:spPr>
          <a:xfrm>
            <a:off x="2583180" y="114300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188" y="1207008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9456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Negative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194560" y="213055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/ Exception Flows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194560" y="2880360"/>
            <a:ext cx="1417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responses, invalid input handling, and interface validation flags — e.g., wrong password handling.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886200" y="960120"/>
            <a:ext cx="1600200" cy="3383280"/>
          </a:xfrm>
          <a:prstGeom prst="roundRect">
            <a:avLst>
              <a:gd name="adj" fmla="val 6857"/>
            </a:avLst>
          </a:prstGeom>
          <a:solidFill>
            <a:srgbClr val="0B20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886200" y="96012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0B2032"/>
          </a:solidFill>
          <a:ln/>
        </p:spPr>
      </p:sp>
      <p:sp>
        <p:nvSpPr>
          <p:cNvPr id="21" name="Shape 17"/>
          <p:cNvSpPr/>
          <p:nvPr/>
        </p:nvSpPr>
        <p:spPr>
          <a:xfrm>
            <a:off x="3886200" y="1325880"/>
            <a:ext cx="1600200" cy="365760"/>
          </a:xfrm>
          <a:prstGeom prst="rect">
            <a:avLst/>
          </a:prstGeom>
          <a:solidFill>
            <a:srgbClr val="0B2032"/>
          </a:solidFill>
          <a:ln/>
        </p:spPr>
      </p:sp>
      <p:sp>
        <p:nvSpPr>
          <p:cNvPr id="22" name="Shape 18"/>
          <p:cNvSpPr/>
          <p:nvPr/>
        </p:nvSpPr>
        <p:spPr>
          <a:xfrm>
            <a:off x="4366260" y="11430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268" y="1207008"/>
            <a:ext cx="512064" cy="5120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97764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Edge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977640" y="213055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&amp; Edge Conditions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3977640" y="2880360"/>
            <a:ext cx="1417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execution boundaries, character limits, account thresholds, and security edge scenarios.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669280" y="960120"/>
            <a:ext cx="1600200" cy="3383280"/>
          </a:xfrm>
          <a:prstGeom prst="roundRect">
            <a:avLst>
              <a:gd name="adj" fmla="val 6857"/>
            </a:avLst>
          </a:prstGeom>
          <a:solidFill>
            <a:srgbClr val="0B20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669280" y="96012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0B2032"/>
          </a:solidFill>
          <a:ln/>
        </p:spPr>
      </p:sp>
      <p:sp>
        <p:nvSpPr>
          <p:cNvPr id="29" name="Shape 24"/>
          <p:cNvSpPr/>
          <p:nvPr/>
        </p:nvSpPr>
        <p:spPr>
          <a:xfrm>
            <a:off x="5669280" y="1325880"/>
            <a:ext cx="1600200" cy="365760"/>
          </a:xfrm>
          <a:prstGeom prst="rect">
            <a:avLst/>
          </a:prstGeom>
          <a:solidFill>
            <a:srgbClr val="0B2032"/>
          </a:solidFill>
          <a:ln/>
        </p:spPr>
      </p:sp>
      <p:sp>
        <p:nvSpPr>
          <p:cNvPr id="30" name="Shape 25"/>
          <p:cNvSpPr/>
          <p:nvPr/>
        </p:nvSpPr>
        <p:spPr>
          <a:xfrm>
            <a:off x="6149340" y="114300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348" y="1207008"/>
            <a:ext cx="512064" cy="5120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76072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Checklist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760720" y="213055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Criteria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5760720" y="2880360"/>
            <a:ext cx="1417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verification checklist items that the system must satisfy for the user story to be considered complete.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7452360" y="960120"/>
            <a:ext cx="1600200" cy="3383280"/>
          </a:xfrm>
          <a:prstGeom prst="roundRect">
            <a:avLst>
              <a:gd name="adj" fmla="val 6857"/>
            </a:avLst>
          </a:prstGeom>
          <a:solidFill>
            <a:srgbClr val="0B20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452360" y="96012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0B2032"/>
          </a:solidFill>
          <a:ln/>
        </p:spPr>
      </p:sp>
      <p:sp>
        <p:nvSpPr>
          <p:cNvPr id="37" name="Shape 31"/>
          <p:cNvSpPr/>
          <p:nvPr/>
        </p:nvSpPr>
        <p:spPr>
          <a:xfrm>
            <a:off x="7452360" y="1325880"/>
            <a:ext cx="1600200" cy="365760"/>
          </a:xfrm>
          <a:prstGeom prst="rect">
            <a:avLst/>
          </a:prstGeom>
          <a:solidFill>
            <a:srgbClr val="0B2032"/>
          </a:solidFill>
          <a:ln/>
        </p:spPr>
      </p:sp>
      <p:sp>
        <p:nvSpPr>
          <p:cNvPr id="38" name="Shape 32"/>
          <p:cNvSpPr/>
          <p:nvPr/>
        </p:nvSpPr>
        <p:spPr>
          <a:xfrm>
            <a:off x="7932420" y="1143000"/>
            <a:ext cx="640080" cy="64008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6428" y="1207008"/>
            <a:ext cx="512064" cy="51206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54380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Gherkin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7543800" y="213055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Gherkin Specifications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7543800" y="2880360"/>
            <a:ext cx="1417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BDD scenarios in Given/When/Then format for direct use in automated testing frameworks.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Interface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4114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22960"/>
            <a:ext cx="8595360" cy="384048"/>
          </a:xfrm>
          <a:prstGeom prst="roundRect">
            <a:avLst>
              <a:gd name="adj" fmla="val 35714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14984"/>
            <a:ext cx="8595360" cy="1920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Suite Studio   v1.0.0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8778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 ⊡    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743200" cy="3383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Requirement 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user stories below to extract test suites.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659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login to the application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my username and password,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 can access my features.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14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Test Matrix  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5577840" cy="3566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1298448"/>
            <a:ext cx="1783080" cy="32004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298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1298448"/>
            <a:ext cx="1783080" cy="3200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1298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298448"/>
            <a:ext cx="1783080" cy="3200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298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Specs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1737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POSITIVE FUNCTIONAL FLOWS: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91840" y="20391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Enter valid username &amp; password → verify successful login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23408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Valid credentials with different casing → successful login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91840" y="26426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NEGATIVE EXCEPTION FLOWS: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91840" y="29443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✗  Invalid username + valid password → error message shown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0" y="3246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✗  Valid username + invalid password → login failure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35478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BOUNDARY &amp; EDGE CONDITIONS: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91840" y="38496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◆  Username with special characters → appropriate handling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91840" y="41513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◆  Password at minimum required length → valid login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43800" y="1316736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1316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Generation Matrix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0B20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INPUT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 user, I want to login to the application using my username and password, so that I can access my features."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43400" y="1371600"/>
            <a:ext cx="5486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3484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46320" y="82296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822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TEST SUITE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1463040"/>
            <a:ext cx="8595360" cy="1051560"/>
          </a:xfrm>
          <a:prstGeom prst="roundRect">
            <a:avLst>
              <a:gd name="adj" fmla="val 8696"/>
            </a:avLst>
          </a:prstGeom>
          <a:solidFill>
            <a:srgbClr val="0B20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4048" y="1554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0020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Flows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60120" y="1892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 valid credentials → verify successful login &amp; dashboard access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60120" y="21671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 credentials with different letter casing → successful login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74320" y="2651760"/>
            <a:ext cx="8595360" cy="1051560"/>
          </a:xfrm>
          <a:prstGeom prst="roundRect">
            <a:avLst>
              <a:gd name="adj" fmla="val 8696"/>
            </a:avLst>
          </a:prstGeom>
          <a:solidFill>
            <a:srgbClr val="0B20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4048" y="27432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8892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Flows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60120" y="3081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Invalid username + valid password → error message &amp; login failure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60120" y="33558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 username + invalid password → error message &amp; login failure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74320" y="3840480"/>
            <a:ext cx="8595360" cy="1051560"/>
          </a:xfrm>
          <a:prstGeom prst="roundRect">
            <a:avLst>
              <a:gd name="adj" fmla="val 8696"/>
            </a:avLst>
          </a:prstGeom>
          <a:solidFill>
            <a:srgbClr val="0B20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84048" y="39319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97764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01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Conditions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60120" y="4270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Username with special characters → successful or appropriate error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60120" y="4544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at minimum required length → successful login or error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Gherkin Specification Output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BDD-ready scenarios generated automatically from user stories for direct integration with Cucumber, Pytest-BDD, or SpecFlow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115568"/>
            <a:ext cx="8412480" cy="3703320"/>
          </a:xfrm>
          <a:prstGeom prst="roundRect">
            <a:avLst>
              <a:gd name="adj" fmla="val 370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234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GHERKIN SPECS OUTPUT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1572768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User Authentication Login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4360" y="2002536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Successful login with valid credentials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" y="2217420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the user is on the login page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2432304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the user enters a valid username and password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647188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the user clicks the Login button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" y="2862072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system should grant access to the dashboard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3291840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Failed login with invalid password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" y="3506724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the user is on the login page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4360" y="3721608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the user enters a valid username and an incorrect password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" y="3936492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system should display an error message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4360" y="4151376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the user should remain on the login page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Criteria Output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3931920" cy="3931920"/>
          </a:xfrm>
          <a:prstGeom prst="roundRect">
            <a:avLst>
              <a:gd name="adj" fmla="val 3488"/>
            </a:avLst>
          </a:prstGeom>
          <a:solidFill>
            <a:srgbClr val="0B20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9875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Acceptance Criteria tab generates a structured verification checklist — the minimal set of conditions that must be true for the system to be considered complete per the user story.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map directly to DoD (Definition of Done) requirements and can be handed to Product Owners for sign-off.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342900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2263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502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 Benefit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vague story completeness — every story has clear, measurable acceptance gates.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80560" y="868680"/>
            <a:ext cx="4389120" cy="3931920"/>
          </a:xfrm>
          <a:prstGeom prst="roundRect">
            <a:avLst>
              <a:gd name="adj" fmla="val 3488"/>
            </a:avLst>
          </a:prstGeom>
          <a:solidFill>
            <a:srgbClr val="0B203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VERIFICATION CHECKLIST: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17720" y="1371600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122636"/>
          </a:solidFill>
          <a:ln/>
        </p:spPr>
      </p:sp>
      <p:sp>
        <p:nvSpPr>
          <p:cNvPr id="14" name="Text 11"/>
          <p:cNvSpPr/>
          <p:nvPr/>
        </p:nvSpPr>
        <p:spPr>
          <a:xfrm>
            <a:off x="4709160" y="13990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The system sends a unique email OTP token to the customer's registered email address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17720" y="1847088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122636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18745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The system verifies the OTP token before completing the checkout process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17720" y="2322576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122636"/>
          </a:solidFill>
          <a:ln/>
        </p:spPr>
      </p:sp>
      <p:sp>
        <p:nvSpPr>
          <p:cNvPr id="18" name="Text 15"/>
          <p:cNvSpPr/>
          <p:nvPr/>
        </p:nvSpPr>
        <p:spPr>
          <a:xfrm>
            <a:off x="4709160" y="23500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The system rejects invalid or expired OTP tokens with appropriate error messages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17720" y="2798064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122636"/>
          </a:solidFill>
          <a:ln/>
        </p:spPr>
      </p:sp>
      <p:sp>
        <p:nvSpPr>
          <p:cNvPr id="20" name="Text 17"/>
          <p:cNvSpPr/>
          <p:nvPr/>
        </p:nvSpPr>
        <p:spPr>
          <a:xfrm>
            <a:off x="4709160" y="28254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The system prevents checkout if the OTP token is not verified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17720" y="3273552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122636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33009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Multiple OTP requests within the same session are handled correctly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17720" y="3749040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122636"/>
          </a:solidFill>
          <a:ln/>
        </p:spPr>
      </p:sp>
      <p:sp>
        <p:nvSpPr>
          <p:cNvPr id="24" name="Text 21"/>
          <p:cNvSpPr/>
          <p:nvPr/>
        </p:nvSpPr>
        <p:spPr>
          <a:xfrm>
            <a:off x="4709160" y="37764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The OTP token expires after a configured time limit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Performance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9326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Tabs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Criteria · Gherkin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326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70B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Parameters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86868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9326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17720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status verified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86868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9326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766560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 inference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240280"/>
            <a:ext cx="41605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235000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0D1B2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2395728"/>
            <a:ext cx="438912" cy="43891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97280" y="2313432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Multi-Tab UI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97280" y="2660904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 Acceptance Criteria &amp; Gherkin Specs displayed in three dedicated, clean layout tabs.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63440" y="2240280"/>
            <a:ext cx="41605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73168" y="235000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0D1B2A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395728"/>
            <a:ext cx="438912" cy="43891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40680" y="2313432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Clipboard Export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440680" y="2660904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'Copy to Clipboard' lets engineers paste generated test suites directly into any tool.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20040" y="3447288"/>
            <a:ext cx="41605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29768" y="355701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0D1B2A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602736"/>
            <a:ext cx="438912" cy="43891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97280" y="35204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Generation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1097280" y="3867912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API calls ensure the UI stays responsive while the Groq engine processes the LLM request.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663440" y="3447288"/>
            <a:ext cx="41605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773168" y="355701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0D1B2A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602736"/>
            <a:ext cx="438912" cy="43891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440680" y="352044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Prompting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5440680" y="3867912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crafted system prompt enforces clean JSON output — no markdown noise, no parsing exceptions.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320040" y="4654296"/>
            <a:ext cx="41605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29768" y="4764024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0D1B2A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809744"/>
            <a:ext cx="438912" cy="43891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097280" y="4727448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Learning Curve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1097280" y="507492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plain-English user story and click one button — no configuration or training required.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4663440" y="4654296"/>
            <a:ext cx="41605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4773168" y="4764024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0D1B2A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4809744"/>
            <a:ext cx="438912" cy="43891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440680" y="4727448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 Privacy</a:t>
            </a:r>
            <a:endParaRPr lang="en-US" sz="1300" dirty="0"/>
          </a:p>
        </p:txBody>
      </p:sp>
      <p:sp>
        <p:nvSpPr>
          <p:cNvPr id="48" name="Text 40"/>
          <p:cNvSpPr/>
          <p:nvPr/>
        </p:nvSpPr>
        <p:spPr>
          <a:xfrm>
            <a:off x="5440680" y="507492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runs locally; only the user story text travels to Groq's API — no sensitive data retained.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B20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640080"/>
            <a:ext cx="3108960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743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051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QA — instantly translates agile user stories to comprehensive test suites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20040" y="1728216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73936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17282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coverage — functional, exception, boundary, acceptance &amp; Gherkin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320040" y="240487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45059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2404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Sleek Streamlit web interface paired with Groq LLM inference for clean output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320040" y="308152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27248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30815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reduces manual writing effort while maximizing testing thoroughness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320040" y="3758184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803904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960" y="37581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QA specialists to instantly identify edge cases and coverage gaps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320040" y="44348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320040" y="4434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Test Case Generator  •  QA Automation  •  Powered by Groq LLM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5486400" y="3794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5486400" y="41148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Streamlit  •  FastAPI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0" y="4434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 •  Llama-3.3-70b-versatile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Test Case Generator</dc:title>
  <dc:subject>PptxGenJS Presentation</dc:subject>
  <dc:creator>PptxGenJS</dc:creator>
  <cp:lastModifiedBy>PptxGenJS</cp:lastModifiedBy>
  <cp:revision>1</cp:revision>
  <dcterms:created xsi:type="dcterms:W3CDTF">2026-06-17T04:22:10Z</dcterms:created>
  <dcterms:modified xsi:type="dcterms:W3CDTF">2026-06-17T04:22:10Z</dcterms:modified>
</cp:coreProperties>
</file>