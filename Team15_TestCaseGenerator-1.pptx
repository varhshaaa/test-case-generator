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Test Case Generator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User Story to QA Artifacts in Seconds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2743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15  |  Quality Assurance  |  Infinite Computer Solutions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Anusha  |  Varshini  |  Narasimha Swamy  |  Yasoda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test cases manually takes hours per user 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QA engineers produce varying quality test cases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063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and negative scenarios are frequently missed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063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937760" y="34747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increases project cost and delays releases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application that automatically converts user stories into complete QA test artifacts using LLaMA 3 and FastAPI.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Test Cases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20116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2103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Test Cases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17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Test Cases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9260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3017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31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Scenarios (Given/When/Then)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8404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3931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.feature file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4416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77440" y="13441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Streamlit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3441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for user story input and results display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8424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09397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209397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09397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 for handling generation requests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34056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84378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284378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3.3-70B via Groq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84378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LLM for generating structured test artifacts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83864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59359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35935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httpx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5935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cases for API endpoints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33672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343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77440" y="4343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4343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project submission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38528" y="2331720"/>
            <a:ext cx="1828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182880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20116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30168" y="2331720"/>
            <a:ext cx="1828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182880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0116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21808" y="2331720"/>
            <a:ext cx="1828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182880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20116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13448" y="2331720"/>
            <a:ext cx="1828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182880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20116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Outputs: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F2F4F8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657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0" y="365760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F2F4F8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0" y="3657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65760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F2F4F8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3657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Specs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66560" y="365760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F2F4F8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3657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.feature File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 Story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53619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pastes a user story in Agile format into the Streamlit web interface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39112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3911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0391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295144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sends the story to Groq LLaMA 3 with a structured prompt template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798064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9806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7980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Generation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054096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returns a JSON response containing all test artifacts in the required format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6557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557016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5701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5570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81304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displayed in 3 tabs — Test Cases, Acceptance Criteria, and Gherkin Specs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2452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315968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1596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4315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Feature File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457200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downloads the .feature file ready to use directly in Cucumber or Behave frameworks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0" y="2560320"/>
            <a:ext cx="2743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happy to answer any questions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github.com/varhshaaa/Test-case-Generator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15  |  Quality Assurance  |  Infinite Computer Solutions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Test Case Generator</dc:title>
  <dc:subject>PptxGenJS Presentation</dc:subject>
  <dc:creator>PptxGenJS</dc:creator>
  <cp:lastModifiedBy>PptxGenJS</cp:lastModifiedBy>
  <cp:revision>1</cp:revision>
  <dcterms:created xsi:type="dcterms:W3CDTF">2026-06-16T08:42:59Z</dcterms:created>
  <dcterms:modified xsi:type="dcterms:W3CDTF">2026-06-16T08:42:59Z</dcterms:modified>
</cp:coreProperties>
</file>